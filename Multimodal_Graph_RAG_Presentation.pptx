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Multimodal Graph RAG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Future of Contextual &amp; Knowledge-Aware Retrieval</a:t>
            </a:r>
          </a:p>
          <a:p>
            <a:r>
              <a:t>Presented by: Project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Multimodal Graph RAG?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Standard RAG is limited to flat vector retrieval.</a:t>
            </a:r>
          </a:p>
          <a:p>
            <a:pPr/>
            <a:r>
              <a:t>Graph RAG adds semantic relationships and domain context.</a:t>
            </a:r>
          </a:p>
          <a:p>
            <a:pPr/>
            <a:r>
              <a:t>Multimodal support enables searching images, PDFs, and text seamlessly.</a:t>
            </a:r>
          </a:p>
          <a:p>
            <a:pPr/>
            <a:r>
              <a:t>Combines Knowledge Graphs (Neo4j) with Vector DBs (Weaviate).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Full-Stack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Frontend: Next.js (Modern, Responsive UI)</a:t>
            </a:r>
          </a:p>
          <a:p>
            <a:pPr/>
            <a:r>
              <a:t>Backend: FastAPI (High-performance Python API)</a:t>
            </a:r>
          </a:p>
          <a:p>
            <a:pPr/>
            <a:r>
              <a:t>Graph Database: Neo4j (Relationship Management)</a:t>
            </a:r>
          </a:p>
          <a:p>
            <a:pPr/>
            <a:r>
              <a:t>Vector Database: Weaviate (Similarity Search)</a:t>
            </a:r>
          </a:p>
          <a:p>
            <a:pPr/>
            <a:r>
              <a:t>LLM Engine: Google Gemini (Multimodal reasoning)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Multimodal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Text: Natural language queries and semantic matching.</a:t>
            </a:r>
          </a:p>
          <a:p>
            <a:pPr/>
            <a:r>
              <a:t>Images: Direct image search and visual similarity.</a:t>
            </a:r>
          </a:p>
          <a:p>
            <a:pPr/>
            <a:r>
              <a:t>Documents/PDFs: Automated parsing and indexing of structured data.</a:t>
            </a:r>
          </a:p>
          <a:p>
            <a:pPr/>
            <a:r>
              <a:t>Cross-modal: Search text via images and vice-versa.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Graph-Enhanced Retrieval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Nodes represent Entities (Products, Categories, Users).</a:t>
            </a:r>
          </a:p>
          <a:p>
            <a:pPr/>
            <a:r>
              <a:t>Edges represent Relationships (BELONGS_TO, RECOMMENDED_WITH).</a:t>
            </a:r>
          </a:p>
          <a:p>
            <a:pPr/>
            <a:r>
              <a:t>Retrieval uses Cypher queries to fetch deep contextual neighbors.</a:t>
            </a:r>
          </a:p>
          <a:p>
            <a:pPr/>
            <a:r>
              <a:t>Eliminates the 'hallucination' risk by grounding LLMs in facts.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Vector-Based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High-dimensional embeddings for semantic similarity.</a:t>
            </a:r>
          </a:p>
          <a:p>
            <a:pPr/>
            <a:r>
              <a:t>Supports fast retrieval for unstructured data.</a:t>
            </a:r>
          </a:p>
          <a:p>
            <a:pPr/>
            <a:r>
              <a:t>Weaviate integration allows scaling to millions of objects.</a:t>
            </a:r>
          </a:p>
          <a:p>
            <a:pPr/>
            <a:r>
              <a:t>Fallback mechanisms ensure reliability when services are unstable.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Reasoning with Gemini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Gemini Pro Vision for image understanding.</a:t>
            </a:r>
          </a:p>
          <a:p>
            <a:pPr/>
            <a:r>
              <a:t>Gemini Pro for conversational reasoning and synthesis.</a:t>
            </a:r>
          </a:p>
          <a:p>
            <a:pPr/>
            <a:r>
              <a:t>Zero-shot and few-shot capabilities for diverse tasks.</a:t>
            </a:r>
          </a:p>
          <a:p>
            <a:pPr/>
            <a:r>
              <a:t>Unified API for all multimodal interactions.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Premium UI/UX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Built with Next.js and Tailwind CSS.</a:t>
            </a:r>
          </a:p>
          <a:p>
            <a:pPr/>
            <a:r>
              <a:t>Interactive search dashboard.</a:t>
            </a:r>
          </a:p>
          <a:p>
            <a:pPr/>
            <a:r>
              <a:t>Real-time chat interface with context history.</a:t>
            </a:r>
          </a:p>
          <a:p>
            <a:pPr/>
            <a:r>
              <a:t>Seamless file and image upload workflows.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Industrial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E-commerce: Smart product recommendations based on usage patterns.</a:t>
            </a:r>
          </a:p>
          <a:p>
            <a:pPr/>
            <a:r>
              <a:t>Enterprise Search: Navigating complex document hierarchies.</a:t>
            </a:r>
          </a:p>
          <a:p>
            <a:pPr/>
            <a:r>
              <a:t>Visual Search: Finding products or documents via screenshots.</a:t>
            </a:r>
          </a:p>
          <a:p>
            <a:pPr/>
            <a:r>
              <a:t>Knowledge Management: Linking siloed data points through graphs.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Successfully combined Graph and Vector technologies.</a:t>
            </a:r>
          </a:p>
          <a:p>
            <a:pPr/>
            <a:r>
              <a:t>Robust multimodal processing pipeline.</a:t>
            </a:r>
          </a:p>
          <a:p>
            <a:pPr/>
            <a:r>
              <a:t>Future: Real-time graph updates and more modalities (Video/Audio).</a:t>
            </a:r>
          </a:p>
          <a:p>
            <a:pPr/>
            <a:r>
              <a:t>Questions?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